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EBDD6-94EA-4171-BECE-098D43D2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59E90F-BDF5-4719-8245-23CA631B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68EA33-7A7F-4AFD-BAFC-213E9DE5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F0BC62-CA6F-47BD-B2E1-1C372C2B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2BA914-0B36-4E88-AE3D-70BFACD5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56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EB0BD-2BFF-42B7-8F5E-3B24CA41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DD70D2-4059-4033-B051-BC45D1F6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B5561F-C597-4AEC-B397-96CDABCB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B4B92C-A776-45BF-BC54-B27A174D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9A65CD-95C7-44FB-B756-A6381628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61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66A305-8F57-4965-B73E-FB57FF43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ADB155-C058-43BA-BD4F-0F5528BC9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9795BF-3D8A-433A-8509-86AC9F4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050EB7-0A8F-4915-89D9-C97AF0D0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5D9084-F0A0-4DC2-9FD2-7A1C9701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97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093D07-FCF6-435C-AA93-8D9BF824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068E79-9F0C-4F76-B353-60C3FA64E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BD89E4-22FB-46D3-AB97-1820698F0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ED2785-ABB6-417A-8E33-A1BF995B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36982B-1A4F-4F6E-89C2-2B8AF092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660A29-54E3-406D-BAE4-F5787EDD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23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5DDCE-A705-47DE-98C9-6315C40DF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0D1588-17CB-42F5-9FCC-4466B4857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0725B8-C20E-41B7-AF04-DF600F8F5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7BACE7-1592-4914-8759-6A15645DB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F386BBF-157A-4C36-BA8E-B46D37CEA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92DE67-A0B6-4DBB-94DD-F5A49113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2F1AE8F-CF7A-4D90-8347-BC61DE50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22711D6-8ABB-4965-A520-F6F132E8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38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047AE-F30B-449C-8B2F-75FA0572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0C3DF7-47EC-49C9-8D33-FE337D23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D8EEF1-7AB3-4655-AEA2-1D3541EAE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63B7F3-3001-4999-ADCF-ADCBDBE8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901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200482A-7E7A-416C-BF6A-F4BBA9B3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3B5AF5D-9E5E-4BBB-927D-D8238A37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659239-4AEA-4626-8B2B-CDED8315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72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2DC442-BBA1-4270-A08D-4844DB69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18DD3-B798-43AD-80A6-0C9840DA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8E8B4A-AB2D-487E-978E-3AE547A6D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CEA1EF-4F16-4404-B9F7-31C5D81D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94D3DC-EFF2-48FF-ADBA-DBDCD2BB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4F119A-CAA0-4CBE-A277-5CEA92FB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15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2936C-32BA-4E59-9D76-3C0447B9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7D047E-B53B-4A80-B576-5056E049B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ADB848-599C-42D1-B830-5139DCE5E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C09C1D-568A-4C47-AB65-B6EC25A8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23B5C6-3A3C-4B55-8036-37D7982C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06761F-B704-401F-AD43-99469761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21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CE953-0016-4213-A308-DC92D27F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77E187-1007-46E6-BD38-1C3C572DA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99FCAF-9110-43C1-8C6C-5EC841D0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A7E431-B884-4A0C-A3A4-FC99263B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295F6-1605-4167-B364-FA04C17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71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6F315DA-6DD7-4F84-AD40-B86CE1506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C04962-EB63-4351-9181-7A59542C0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AA3C0F-6CE1-4EAC-B929-28A06258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BB3496-B46E-475A-B03C-F0959248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435ED2-9CEB-4B0A-908E-EAF58DF9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22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111030-C812-4164-BB6D-22929F90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70DE69-9328-40F2-9E71-8E344F32D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D074DE-FA25-4C40-A5E9-A1CF188CD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4E346-8650-4F3A-9B99-0F1A50D257AD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81708B-5EDC-4007-A703-BF4E8A3E5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DDF0B7-B9D9-4645-A849-488300B75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7DB53-534E-4C27-B1EC-05E08BFC8C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3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smartrecycling.com/blog/how-drones-help-manage-e-waste-in-large-companies" TargetMode="External"/><Relationship Id="rId3" Type="http://schemas.openxmlformats.org/officeDocument/2006/relationships/hyperlink" Target="https://max-r.com/waste-and-recycling-bins/e-cyclers/" TargetMode="External"/><Relationship Id="rId7" Type="http://schemas.openxmlformats.org/officeDocument/2006/relationships/hyperlink" Target="https://www.feds.group/blog/eco-friendly-drones-sustainable-solutions-for-urban-waste-managemen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usenq.com/modular-smartphones-a-key-strategy-to-tackle-the-e-waste-surge/" TargetMode="External"/><Relationship Id="rId5" Type="http://schemas.openxmlformats.org/officeDocument/2006/relationships/hyperlink" Target="https://www.scientificamerican.com/article/this-robot-copies-life-by-decomposing/" TargetMode="External"/><Relationship Id="rId10" Type="http://schemas.openxmlformats.org/officeDocument/2006/relationships/hyperlink" Target="https://www.azom.com/article.aspx?ArticleID=24807" TargetMode="External"/><Relationship Id="rId4" Type="http://schemas.openxmlformats.org/officeDocument/2006/relationships/hyperlink" Target="https://www.ucl.ac.uk/sustainable/news/2025/jul/tech-treasure-new-e-waste-recycling-bins-launched-ucl" TargetMode="External"/><Relationship Id="rId9" Type="http://schemas.openxmlformats.org/officeDocument/2006/relationships/hyperlink" Target="https://dev.to/abraham_yakubu/diy-ai-fix-it-a-conversational-assistant-for-household-repairs-4b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Sustainable Design Strategies for Vibrant Green Spaces">
            <a:extLst>
              <a:ext uri="{FF2B5EF4-FFF2-40B4-BE49-F238E27FC236}">
                <a16:creationId xmlns:a16="http://schemas.microsoft.com/office/drawing/2014/main" id="{09DE1666-0722-4BDC-9AA5-D253F8510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7827" y="-320842"/>
            <a:ext cx="12945128" cy="739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17B0F62-FF53-4548-A9A9-4DD2CF23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INNOVATIVE E-WASTE SOLUTION CHALLENGE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986CF-69B6-4BCA-9D8B-6A6AC3FB7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257" y="1366461"/>
            <a:ext cx="10269048" cy="4787596"/>
          </a:xfrm>
        </p:spPr>
        <p:txBody>
          <a:bodyPr>
            <a:normAutofit fontScale="70000" lnSpcReduction="20000"/>
          </a:bodyPr>
          <a:lstStyle/>
          <a:p>
            <a:pPr>
              <a:buFontTx/>
              <a:buChar char="-"/>
            </a:pPr>
            <a:r>
              <a:rPr lang="fr-FR" dirty="0"/>
              <a:t>Smart </a:t>
            </a:r>
            <a:r>
              <a:rPr lang="fr-FR" dirty="0" err="1"/>
              <a:t>recycling</a:t>
            </a:r>
            <a:r>
              <a:rPr lang="fr-FR" dirty="0"/>
              <a:t> </a:t>
            </a:r>
            <a:r>
              <a:rPr lang="fr-FR" dirty="0" err="1"/>
              <a:t>bins</a:t>
            </a:r>
            <a:r>
              <a:rPr lang="fr-FR" dirty="0"/>
              <a:t> (</a:t>
            </a:r>
            <a:r>
              <a:rPr lang="fr-FR" dirty="0" err="1"/>
              <a:t>reward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, smart </a:t>
            </a:r>
            <a:r>
              <a:rPr lang="fr-FR" dirty="0" err="1"/>
              <a:t>sorting</a:t>
            </a:r>
            <a:r>
              <a:rPr lang="fr-FR" dirty="0"/>
              <a:t>, </a:t>
            </a:r>
            <a:r>
              <a:rPr lang="fr-FR" dirty="0" err="1"/>
              <a:t>etc</a:t>
            </a:r>
            <a:r>
              <a:rPr lang="fr-FR" dirty="0"/>
              <a:t>) </a:t>
            </a:r>
            <a:r>
              <a:rPr lang="fr-FR" dirty="0">
                <a:hlinkClick r:id="rId3"/>
              </a:rPr>
              <a:t>https://max-r.com/waste-and-recycling-bins/e-cyclers/</a:t>
            </a:r>
            <a:endParaRPr lang="fr-FR" dirty="0"/>
          </a:p>
          <a:p>
            <a:pPr marL="0" indent="0">
              <a:buNone/>
            </a:pPr>
            <a:r>
              <a:rPr lang="fr-FR" dirty="0">
                <a:hlinkClick r:id="rId4"/>
              </a:rPr>
              <a:t>https://www.ucl.ac.uk/sustainable/news/2025/jul/tech-treasure-new-e-waste-recycling-bins-launched-ucl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-</a:t>
            </a:r>
            <a:r>
              <a:rPr lang="fr-FR" dirty="0" err="1"/>
              <a:t>Biodegradable</a:t>
            </a:r>
            <a:r>
              <a:rPr lang="fr-FR" dirty="0"/>
              <a:t> </a:t>
            </a:r>
            <a:r>
              <a:rPr lang="fr-FR" dirty="0" err="1"/>
              <a:t>electronics</a:t>
            </a:r>
            <a:r>
              <a:rPr lang="fr-FR" dirty="0"/>
              <a:t> (</a:t>
            </a:r>
            <a:r>
              <a:rPr lang="fr-FR" dirty="0" err="1"/>
              <a:t>promising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!) </a:t>
            </a:r>
            <a:r>
              <a:rPr lang="fr-FR" dirty="0">
                <a:hlinkClick r:id="rId5"/>
              </a:rPr>
              <a:t>https://www.scientificamerican.com/article/this-robot-copies-life-by-decomposing/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- </a:t>
            </a:r>
            <a:r>
              <a:rPr lang="fr-FR" dirty="0" err="1"/>
              <a:t>Modular</a:t>
            </a:r>
            <a:r>
              <a:rPr lang="fr-FR" dirty="0"/>
              <a:t> smartphones (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throw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away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swap out components?) </a:t>
            </a:r>
            <a:r>
              <a:rPr lang="fr-FR" dirty="0">
                <a:hlinkClick r:id="rId6"/>
              </a:rPr>
              <a:t>https://busenq.com/modular-smartphones-a-key-strategy-to-tackle-the-e-waste-surge/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Urban e-</a:t>
            </a:r>
            <a:r>
              <a:rPr lang="fr-FR" dirty="0" err="1"/>
              <a:t>waste</a:t>
            </a:r>
            <a:r>
              <a:rPr lang="fr-FR" dirty="0"/>
              <a:t> drones (drones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pick</a:t>
            </a:r>
            <a:r>
              <a:rPr lang="fr-FR" dirty="0"/>
              <a:t> up </a:t>
            </a:r>
            <a:r>
              <a:rPr lang="fr-FR" dirty="0" err="1"/>
              <a:t>discarded</a:t>
            </a:r>
            <a:r>
              <a:rPr lang="fr-FR" dirty="0"/>
              <a:t> </a:t>
            </a:r>
            <a:r>
              <a:rPr lang="fr-FR" dirty="0" err="1"/>
              <a:t>electronics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households</a:t>
            </a:r>
            <a:r>
              <a:rPr lang="fr-FR" dirty="0"/>
              <a:t> or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streets</a:t>
            </a:r>
            <a:r>
              <a:rPr lang="fr-FR" dirty="0"/>
              <a:t>!) </a:t>
            </a:r>
            <a:r>
              <a:rPr lang="fr-FR" dirty="0">
                <a:hlinkClick r:id="rId7"/>
              </a:rPr>
              <a:t>https://www.feds.group/blog/eco-friendly-drones-sustainable-solutions-for-urban-waste-management</a:t>
            </a:r>
            <a:endParaRPr lang="fr-FR" dirty="0"/>
          </a:p>
          <a:p>
            <a:pPr>
              <a:buFontTx/>
              <a:buChar char="-"/>
            </a:pPr>
            <a:r>
              <a:rPr lang="fr-FR" dirty="0">
                <a:hlinkClick r:id="rId8"/>
              </a:rPr>
              <a:t>https://esmartrecycling.com/blog/how-drones-help-manage-e-waste-in-large-companies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Self-</a:t>
            </a:r>
            <a:r>
              <a:rPr lang="fr-FR" dirty="0" err="1"/>
              <a:t>repair</a:t>
            </a:r>
            <a:r>
              <a:rPr lang="fr-FR" dirty="0"/>
              <a:t> AI Assistant apps (AI </a:t>
            </a:r>
            <a:r>
              <a:rPr lang="fr-FR" dirty="0" err="1"/>
              <a:t>powered</a:t>
            </a:r>
            <a:r>
              <a:rPr lang="fr-FR" dirty="0"/>
              <a:t> apps to guide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</a:t>
            </a:r>
            <a:r>
              <a:rPr lang="fr-FR" dirty="0" err="1"/>
              <a:t>repairs</a:t>
            </a:r>
            <a:r>
              <a:rPr lang="fr-FR" dirty="0"/>
              <a:t>!) </a:t>
            </a:r>
            <a:r>
              <a:rPr lang="fr-FR" dirty="0">
                <a:hlinkClick r:id="rId9"/>
              </a:rPr>
              <a:t>https://dev.to/abraham_yakubu/diy-ai-fix-it-a-conversational-assistant-for-household-repairs-4b15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Self-Healing Electronics </a:t>
            </a:r>
            <a:r>
              <a:rPr lang="fr-FR" dirty="0">
                <a:hlinkClick r:id="rId10"/>
              </a:rPr>
              <a:t>https://www.azom.com/article.aspx?ArticleID=24807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15457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Grand écran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INNOVATIVE E-WASTE SOLUTION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INNOVATIVE E-WASTE SOLUTION CHALLENGE</dc:title>
  <dc:creator>Utilisateur</dc:creator>
  <cp:lastModifiedBy>Utilisateur</cp:lastModifiedBy>
  <cp:revision>1</cp:revision>
  <dcterms:created xsi:type="dcterms:W3CDTF">2025-12-04T11:59:25Z</dcterms:created>
  <dcterms:modified xsi:type="dcterms:W3CDTF">2025-12-04T11:59:44Z</dcterms:modified>
</cp:coreProperties>
</file>